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578125"/>
            <a:ext cx="4981542" cy="27088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203062"/>
            <a:ext cx="3361700" cy="208393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8658910"/>
            <a:ext cx="2595245" cy="1628139"/>
          </a:xfrm>
          <a:custGeom>
            <a:avLst/>
            <a:gdLst/>
            <a:ahLst/>
            <a:cxnLst/>
            <a:rect l="l" t="t" r="r" b="b"/>
            <a:pathLst>
              <a:path w="2595245" h="1628140">
                <a:moveTo>
                  <a:pt x="1014399" y="1628089"/>
                </a:moveTo>
                <a:lnTo>
                  <a:pt x="651040" y="1427797"/>
                </a:lnTo>
                <a:lnTo>
                  <a:pt x="401955" y="905662"/>
                </a:lnTo>
                <a:lnTo>
                  <a:pt x="402069" y="905256"/>
                </a:lnTo>
                <a:lnTo>
                  <a:pt x="402120" y="904176"/>
                </a:lnTo>
                <a:lnTo>
                  <a:pt x="401789" y="902601"/>
                </a:lnTo>
                <a:lnTo>
                  <a:pt x="380441" y="833462"/>
                </a:lnTo>
                <a:lnTo>
                  <a:pt x="380441" y="879919"/>
                </a:lnTo>
                <a:lnTo>
                  <a:pt x="189623" y="688390"/>
                </a:lnTo>
                <a:lnTo>
                  <a:pt x="310502" y="687539"/>
                </a:lnTo>
                <a:lnTo>
                  <a:pt x="321017" y="687463"/>
                </a:lnTo>
                <a:lnTo>
                  <a:pt x="380441" y="879919"/>
                </a:lnTo>
                <a:lnTo>
                  <a:pt x="380441" y="833462"/>
                </a:lnTo>
                <a:lnTo>
                  <a:pt x="333057" y="679996"/>
                </a:lnTo>
                <a:lnTo>
                  <a:pt x="414007" y="71412"/>
                </a:lnTo>
                <a:lnTo>
                  <a:pt x="408622" y="63754"/>
                </a:lnTo>
                <a:lnTo>
                  <a:pt x="408482" y="63715"/>
                </a:lnTo>
                <a:lnTo>
                  <a:pt x="408228" y="63690"/>
                </a:lnTo>
                <a:lnTo>
                  <a:pt x="0" y="0"/>
                </a:lnTo>
                <a:lnTo>
                  <a:pt x="0" y="13868"/>
                </a:lnTo>
                <a:lnTo>
                  <a:pt x="385330" y="73977"/>
                </a:lnTo>
                <a:lnTo>
                  <a:pt x="0" y="271284"/>
                </a:lnTo>
                <a:lnTo>
                  <a:pt x="0" y="286626"/>
                </a:lnTo>
                <a:lnTo>
                  <a:pt x="368731" y="97866"/>
                </a:lnTo>
                <a:lnTo>
                  <a:pt x="394436" y="84696"/>
                </a:lnTo>
                <a:lnTo>
                  <a:pt x="392734" y="89154"/>
                </a:lnTo>
                <a:lnTo>
                  <a:pt x="392734" y="127457"/>
                </a:lnTo>
                <a:lnTo>
                  <a:pt x="320065" y="673773"/>
                </a:lnTo>
                <a:lnTo>
                  <a:pt x="183222" y="674763"/>
                </a:lnTo>
                <a:lnTo>
                  <a:pt x="392734" y="127457"/>
                </a:lnTo>
                <a:lnTo>
                  <a:pt x="392734" y="89154"/>
                </a:lnTo>
                <a:lnTo>
                  <a:pt x="360121" y="174345"/>
                </a:lnTo>
                <a:lnTo>
                  <a:pt x="169392" y="672566"/>
                </a:lnTo>
                <a:lnTo>
                  <a:pt x="0" y="600240"/>
                </a:lnTo>
                <a:lnTo>
                  <a:pt x="0" y="615137"/>
                </a:lnTo>
                <a:lnTo>
                  <a:pt x="130937" y="671042"/>
                </a:lnTo>
                <a:lnTo>
                  <a:pt x="0" y="659434"/>
                </a:lnTo>
                <a:lnTo>
                  <a:pt x="0" y="673150"/>
                </a:lnTo>
                <a:lnTo>
                  <a:pt x="121970" y="683958"/>
                </a:lnTo>
                <a:lnTo>
                  <a:pt x="147256" y="686193"/>
                </a:lnTo>
                <a:lnTo>
                  <a:pt x="0" y="754621"/>
                </a:lnTo>
                <a:lnTo>
                  <a:pt x="0" y="769721"/>
                </a:lnTo>
                <a:lnTo>
                  <a:pt x="131749" y="708494"/>
                </a:lnTo>
                <a:lnTo>
                  <a:pt x="150444" y="699808"/>
                </a:lnTo>
                <a:lnTo>
                  <a:pt x="171792" y="689889"/>
                </a:lnTo>
                <a:lnTo>
                  <a:pt x="181673" y="699820"/>
                </a:lnTo>
                <a:lnTo>
                  <a:pt x="372491" y="891336"/>
                </a:lnTo>
                <a:lnTo>
                  <a:pt x="378917" y="897775"/>
                </a:lnTo>
                <a:lnTo>
                  <a:pt x="0" y="903300"/>
                </a:lnTo>
                <a:lnTo>
                  <a:pt x="0" y="916990"/>
                </a:lnTo>
                <a:lnTo>
                  <a:pt x="369290" y="911618"/>
                </a:lnTo>
                <a:lnTo>
                  <a:pt x="375145" y="911542"/>
                </a:lnTo>
                <a:lnTo>
                  <a:pt x="355663" y="939419"/>
                </a:lnTo>
                <a:lnTo>
                  <a:pt x="0" y="1348574"/>
                </a:lnTo>
                <a:lnTo>
                  <a:pt x="0" y="1369491"/>
                </a:lnTo>
                <a:lnTo>
                  <a:pt x="281101" y="1046086"/>
                </a:lnTo>
                <a:lnTo>
                  <a:pt x="0" y="1448282"/>
                </a:lnTo>
                <a:lnTo>
                  <a:pt x="0" y="1472184"/>
                </a:lnTo>
                <a:lnTo>
                  <a:pt x="366356" y="948004"/>
                </a:lnTo>
                <a:lnTo>
                  <a:pt x="380707" y="931494"/>
                </a:lnTo>
                <a:lnTo>
                  <a:pt x="378599" y="948194"/>
                </a:lnTo>
                <a:lnTo>
                  <a:pt x="292303" y="1628089"/>
                </a:lnTo>
                <a:lnTo>
                  <a:pt x="306108" y="1628089"/>
                </a:lnTo>
                <a:lnTo>
                  <a:pt x="395490" y="923899"/>
                </a:lnTo>
                <a:lnTo>
                  <a:pt x="637527" y="1431163"/>
                </a:lnTo>
                <a:lnTo>
                  <a:pt x="429704" y="1628089"/>
                </a:lnTo>
                <a:lnTo>
                  <a:pt x="449592" y="1628089"/>
                </a:lnTo>
                <a:lnTo>
                  <a:pt x="599122" y="1486395"/>
                </a:lnTo>
                <a:lnTo>
                  <a:pt x="646899" y="1441119"/>
                </a:lnTo>
                <a:lnTo>
                  <a:pt x="986129" y="1628089"/>
                </a:lnTo>
                <a:lnTo>
                  <a:pt x="1014399" y="1628089"/>
                </a:lnTo>
                <a:close/>
              </a:path>
              <a:path w="2595245" h="1628140">
                <a:moveTo>
                  <a:pt x="2594635" y="1628089"/>
                </a:moveTo>
                <a:lnTo>
                  <a:pt x="2535415" y="1394180"/>
                </a:lnTo>
                <a:lnTo>
                  <a:pt x="2529205" y="1389075"/>
                </a:lnTo>
                <a:lnTo>
                  <a:pt x="2527795" y="1389278"/>
                </a:lnTo>
                <a:lnTo>
                  <a:pt x="1569034" y="1589544"/>
                </a:lnTo>
                <a:lnTo>
                  <a:pt x="1567535" y="1590471"/>
                </a:lnTo>
                <a:lnTo>
                  <a:pt x="1566138" y="1592491"/>
                </a:lnTo>
                <a:lnTo>
                  <a:pt x="1545920" y="1628089"/>
                </a:lnTo>
                <a:lnTo>
                  <a:pt x="1559039" y="1628089"/>
                </a:lnTo>
                <a:lnTo>
                  <a:pt x="1561592" y="1628089"/>
                </a:lnTo>
                <a:lnTo>
                  <a:pt x="1572996" y="1608023"/>
                </a:lnTo>
                <a:lnTo>
                  <a:pt x="1576197" y="1612011"/>
                </a:lnTo>
                <a:lnTo>
                  <a:pt x="1589100" y="1628089"/>
                </a:lnTo>
                <a:lnTo>
                  <a:pt x="1606651" y="1628089"/>
                </a:lnTo>
                <a:lnTo>
                  <a:pt x="1584350" y="1600288"/>
                </a:lnTo>
                <a:lnTo>
                  <a:pt x="2512441" y="1406410"/>
                </a:lnTo>
                <a:lnTo>
                  <a:pt x="2346274" y="1628089"/>
                </a:lnTo>
                <a:lnTo>
                  <a:pt x="2358288" y="1628089"/>
                </a:lnTo>
                <a:lnTo>
                  <a:pt x="2363343" y="1628089"/>
                </a:lnTo>
                <a:lnTo>
                  <a:pt x="2522905" y="1415262"/>
                </a:lnTo>
                <a:lnTo>
                  <a:pt x="2526309" y="1482953"/>
                </a:lnTo>
                <a:lnTo>
                  <a:pt x="2533599" y="1628089"/>
                </a:lnTo>
                <a:lnTo>
                  <a:pt x="2547302" y="1628089"/>
                </a:lnTo>
                <a:lnTo>
                  <a:pt x="2539098" y="1464551"/>
                </a:lnTo>
                <a:lnTo>
                  <a:pt x="2580513" y="1628089"/>
                </a:lnTo>
                <a:lnTo>
                  <a:pt x="2594635" y="1628089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65549" y="0"/>
            <a:ext cx="4222451" cy="242822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331774" y="0"/>
            <a:ext cx="2956226" cy="16166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12408" y="-1415"/>
            <a:ext cx="3171399" cy="191409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140888" y="8201450"/>
            <a:ext cx="3159567" cy="2086996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6925315" y="0"/>
            <a:ext cx="1362710" cy="2031364"/>
          </a:xfrm>
          <a:custGeom>
            <a:avLst/>
            <a:gdLst/>
            <a:ahLst/>
            <a:cxnLst/>
            <a:rect l="l" t="t" r="r" b="b"/>
            <a:pathLst>
              <a:path w="1362709" h="2031364">
                <a:moveTo>
                  <a:pt x="1173149" y="0"/>
                </a:moveTo>
                <a:lnTo>
                  <a:pt x="1156665" y="0"/>
                </a:lnTo>
                <a:lnTo>
                  <a:pt x="1026464" y="149796"/>
                </a:lnTo>
                <a:lnTo>
                  <a:pt x="923912" y="0"/>
                </a:lnTo>
                <a:lnTo>
                  <a:pt x="908850" y="0"/>
                </a:lnTo>
                <a:lnTo>
                  <a:pt x="1009484" y="146989"/>
                </a:lnTo>
                <a:lnTo>
                  <a:pt x="627291" y="0"/>
                </a:lnTo>
                <a:lnTo>
                  <a:pt x="592696" y="0"/>
                </a:lnTo>
                <a:lnTo>
                  <a:pt x="1002182" y="157492"/>
                </a:lnTo>
                <a:lnTo>
                  <a:pt x="1002931" y="157784"/>
                </a:lnTo>
                <a:lnTo>
                  <a:pt x="35052" y="332219"/>
                </a:lnTo>
                <a:lnTo>
                  <a:pt x="538594" y="0"/>
                </a:lnTo>
                <a:lnTo>
                  <a:pt x="516039" y="0"/>
                </a:lnTo>
                <a:lnTo>
                  <a:pt x="16929" y="329285"/>
                </a:lnTo>
                <a:lnTo>
                  <a:pt x="109943" y="2590"/>
                </a:lnTo>
                <a:lnTo>
                  <a:pt x="180276" y="0"/>
                </a:lnTo>
                <a:lnTo>
                  <a:pt x="97764" y="0"/>
                </a:lnTo>
                <a:lnTo>
                  <a:pt x="88061" y="34061"/>
                </a:lnTo>
                <a:lnTo>
                  <a:pt x="406" y="341947"/>
                </a:lnTo>
                <a:lnTo>
                  <a:pt x="0" y="343585"/>
                </a:lnTo>
                <a:lnTo>
                  <a:pt x="165" y="345046"/>
                </a:lnTo>
                <a:lnTo>
                  <a:pt x="6235" y="349948"/>
                </a:lnTo>
                <a:lnTo>
                  <a:pt x="6946" y="349923"/>
                </a:lnTo>
                <a:lnTo>
                  <a:pt x="992898" y="172212"/>
                </a:lnTo>
                <a:lnTo>
                  <a:pt x="1030605" y="164007"/>
                </a:lnTo>
                <a:lnTo>
                  <a:pt x="1173149" y="0"/>
                </a:lnTo>
                <a:close/>
              </a:path>
              <a:path w="1362709" h="2031364">
                <a:moveTo>
                  <a:pt x="1362684" y="0"/>
                </a:moveTo>
                <a:lnTo>
                  <a:pt x="1353096" y="0"/>
                </a:lnTo>
                <a:lnTo>
                  <a:pt x="1286916" y="521462"/>
                </a:lnTo>
                <a:lnTo>
                  <a:pt x="788822" y="605434"/>
                </a:lnTo>
                <a:lnTo>
                  <a:pt x="1211884" y="0"/>
                </a:lnTo>
                <a:lnTo>
                  <a:pt x="1196733" y="0"/>
                </a:lnTo>
                <a:lnTo>
                  <a:pt x="814743" y="546531"/>
                </a:lnTo>
                <a:lnTo>
                  <a:pt x="769302" y="611886"/>
                </a:lnTo>
                <a:lnTo>
                  <a:pt x="768946" y="613181"/>
                </a:lnTo>
                <a:lnTo>
                  <a:pt x="768896" y="613968"/>
                </a:lnTo>
                <a:lnTo>
                  <a:pt x="770978" y="630974"/>
                </a:lnTo>
                <a:lnTo>
                  <a:pt x="772147" y="640524"/>
                </a:lnTo>
                <a:lnTo>
                  <a:pt x="861606" y="1371917"/>
                </a:lnTo>
                <a:lnTo>
                  <a:pt x="870559" y="1381709"/>
                </a:lnTo>
                <a:lnTo>
                  <a:pt x="887222" y="1396695"/>
                </a:lnTo>
                <a:lnTo>
                  <a:pt x="1090053" y="1579156"/>
                </a:lnTo>
                <a:lnTo>
                  <a:pt x="1095146" y="1587588"/>
                </a:lnTo>
                <a:lnTo>
                  <a:pt x="1362684" y="2030971"/>
                </a:lnTo>
                <a:lnTo>
                  <a:pt x="1362684" y="2007019"/>
                </a:lnTo>
                <a:lnTo>
                  <a:pt x="1102893" y="1576451"/>
                </a:lnTo>
                <a:lnTo>
                  <a:pt x="1159154" y="1527581"/>
                </a:lnTo>
                <a:lnTo>
                  <a:pt x="1161453" y="1525587"/>
                </a:lnTo>
                <a:lnTo>
                  <a:pt x="1197660" y="1494142"/>
                </a:lnTo>
                <a:lnTo>
                  <a:pt x="1200531" y="1501203"/>
                </a:lnTo>
                <a:lnTo>
                  <a:pt x="1362684" y="1901913"/>
                </a:lnTo>
                <a:lnTo>
                  <a:pt x="1362684" y="1868766"/>
                </a:lnTo>
                <a:lnTo>
                  <a:pt x="1209014" y="1489011"/>
                </a:lnTo>
                <a:lnTo>
                  <a:pt x="1216660" y="1488109"/>
                </a:lnTo>
                <a:lnTo>
                  <a:pt x="1362684" y="1470837"/>
                </a:lnTo>
                <a:lnTo>
                  <a:pt x="1362684" y="1458315"/>
                </a:lnTo>
                <a:lnTo>
                  <a:pt x="1226134" y="1474470"/>
                </a:lnTo>
                <a:lnTo>
                  <a:pt x="1362684" y="1386547"/>
                </a:lnTo>
                <a:lnTo>
                  <a:pt x="1362684" y="1371828"/>
                </a:lnTo>
                <a:lnTo>
                  <a:pt x="1210818" y="1469631"/>
                </a:lnTo>
                <a:lnTo>
                  <a:pt x="1362684" y="952538"/>
                </a:lnTo>
                <a:lnTo>
                  <a:pt x="1362684" y="897826"/>
                </a:lnTo>
                <a:lnTo>
                  <a:pt x="1353959" y="847166"/>
                </a:lnTo>
                <a:lnTo>
                  <a:pt x="1353959" y="920432"/>
                </a:lnTo>
                <a:lnTo>
                  <a:pt x="1351495" y="919099"/>
                </a:lnTo>
                <a:lnTo>
                  <a:pt x="1351495" y="933234"/>
                </a:lnTo>
                <a:lnTo>
                  <a:pt x="1350187" y="934402"/>
                </a:lnTo>
                <a:lnTo>
                  <a:pt x="1350187" y="950976"/>
                </a:lnTo>
                <a:lnTo>
                  <a:pt x="1196060" y="1475828"/>
                </a:lnTo>
                <a:lnTo>
                  <a:pt x="1187945" y="1473073"/>
                </a:lnTo>
                <a:lnTo>
                  <a:pt x="1187945" y="1486192"/>
                </a:lnTo>
                <a:lnTo>
                  <a:pt x="1094943" y="1566887"/>
                </a:lnTo>
                <a:lnTo>
                  <a:pt x="894346" y="1386459"/>
                </a:lnTo>
                <a:lnTo>
                  <a:pt x="1187945" y="1486192"/>
                </a:lnTo>
                <a:lnTo>
                  <a:pt x="1187945" y="1473073"/>
                </a:lnTo>
                <a:lnTo>
                  <a:pt x="879817" y="1368399"/>
                </a:lnTo>
                <a:lnTo>
                  <a:pt x="1321346" y="976579"/>
                </a:lnTo>
                <a:lnTo>
                  <a:pt x="1350187" y="950976"/>
                </a:lnTo>
                <a:lnTo>
                  <a:pt x="1350187" y="934402"/>
                </a:lnTo>
                <a:lnTo>
                  <a:pt x="872439" y="1358341"/>
                </a:lnTo>
                <a:lnTo>
                  <a:pt x="782777" y="625246"/>
                </a:lnTo>
                <a:lnTo>
                  <a:pt x="786828" y="627443"/>
                </a:lnTo>
                <a:lnTo>
                  <a:pt x="1346822" y="930694"/>
                </a:lnTo>
                <a:lnTo>
                  <a:pt x="1351495" y="933234"/>
                </a:lnTo>
                <a:lnTo>
                  <a:pt x="1351495" y="919099"/>
                </a:lnTo>
                <a:lnTo>
                  <a:pt x="793965" y="617169"/>
                </a:lnTo>
                <a:lnTo>
                  <a:pt x="1276985" y="535749"/>
                </a:lnTo>
                <a:lnTo>
                  <a:pt x="1287424" y="533984"/>
                </a:lnTo>
                <a:lnTo>
                  <a:pt x="1289799" y="547801"/>
                </a:lnTo>
                <a:lnTo>
                  <a:pt x="1291234" y="556094"/>
                </a:lnTo>
                <a:lnTo>
                  <a:pt x="1353959" y="920432"/>
                </a:lnTo>
                <a:lnTo>
                  <a:pt x="1353959" y="847166"/>
                </a:lnTo>
                <a:lnTo>
                  <a:pt x="1301330" y="541566"/>
                </a:lnTo>
                <a:lnTo>
                  <a:pt x="1301521" y="541718"/>
                </a:lnTo>
                <a:lnTo>
                  <a:pt x="1362684" y="589203"/>
                </a:lnTo>
                <a:lnTo>
                  <a:pt x="1362684" y="573468"/>
                </a:lnTo>
                <a:lnTo>
                  <a:pt x="1308620" y="531495"/>
                </a:lnTo>
                <a:lnTo>
                  <a:pt x="1362684" y="526199"/>
                </a:lnTo>
                <a:lnTo>
                  <a:pt x="1362684" y="513715"/>
                </a:lnTo>
                <a:lnTo>
                  <a:pt x="1309903" y="518883"/>
                </a:lnTo>
                <a:lnTo>
                  <a:pt x="1362684" y="468871"/>
                </a:lnTo>
                <a:lnTo>
                  <a:pt x="1362684" y="451777"/>
                </a:lnTo>
                <a:lnTo>
                  <a:pt x="1300848" y="510362"/>
                </a:lnTo>
                <a:lnTo>
                  <a:pt x="1362684" y="23202"/>
                </a:lnTo>
                <a:lnTo>
                  <a:pt x="1362684" y="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38313" y="297424"/>
            <a:ext cx="1085849" cy="108584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01304" y="457712"/>
            <a:ext cx="1219199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25087" y="1915460"/>
            <a:ext cx="6196965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335" y="3028253"/>
            <a:ext cx="7793265" cy="40021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E8F1F6"/>
                </a:solidFill>
                <a:latin typeface="Trebuchet MS"/>
                <a:cs typeface="Trebuchet MS"/>
              </a:rPr>
              <a:t>TEAM</a:t>
            </a:r>
            <a:r>
              <a:rPr sz="4000" b="1" spc="-195" dirty="0">
                <a:solidFill>
                  <a:srgbClr val="E8F1F6"/>
                </a:solidFill>
                <a:latin typeface="Trebuchet MS"/>
                <a:cs typeface="Trebuchet MS"/>
              </a:rPr>
              <a:t> </a:t>
            </a:r>
            <a:r>
              <a:rPr sz="4000" b="1" spc="50" dirty="0">
                <a:solidFill>
                  <a:srgbClr val="E8F1F6"/>
                </a:solidFill>
                <a:latin typeface="Trebuchet MS"/>
                <a:cs typeface="Trebuchet MS"/>
              </a:rPr>
              <a:t>NAME</a:t>
            </a:r>
            <a:r>
              <a:rPr sz="4000" b="1" spc="-190" dirty="0">
                <a:solidFill>
                  <a:srgbClr val="E8F1F6"/>
                </a:solidFill>
                <a:latin typeface="Trebuchet MS"/>
                <a:cs typeface="Trebuchet MS"/>
              </a:rPr>
              <a:t> </a:t>
            </a:r>
            <a:r>
              <a:rPr sz="4500" b="1" spc="-665" dirty="0">
                <a:solidFill>
                  <a:srgbClr val="E8F1F6"/>
                </a:solidFill>
                <a:latin typeface="Trebuchet MS"/>
                <a:cs typeface="Trebuchet MS"/>
              </a:rPr>
              <a:t>:</a:t>
            </a:r>
            <a:endParaRPr sz="4500" dirty="0">
              <a:latin typeface="Trebuchet MS"/>
              <a:cs typeface="Trebuchet MS"/>
            </a:endParaRPr>
          </a:p>
          <a:p>
            <a:pPr marL="12700" marR="5080">
              <a:lnSpc>
                <a:spcPts val="12450"/>
              </a:lnSpc>
              <a:spcBef>
                <a:spcPts val="1390"/>
              </a:spcBef>
            </a:pPr>
            <a:r>
              <a:rPr sz="4000" b="1" dirty="0">
                <a:solidFill>
                  <a:srgbClr val="E8F1F6"/>
                </a:solidFill>
                <a:latin typeface="Trebuchet MS"/>
                <a:cs typeface="Trebuchet MS"/>
              </a:rPr>
              <a:t>T</a:t>
            </a:r>
            <a:r>
              <a:rPr lang="en-IN" sz="4000" b="1" dirty="0">
                <a:solidFill>
                  <a:srgbClr val="E8F1F6"/>
                </a:solidFill>
                <a:latin typeface="Trebuchet MS"/>
                <a:cs typeface="Trebuchet MS"/>
              </a:rPr>
              <a:t>EAM LEADER NAME</a:t>
            </a:r>
            <a:r>
              <a:rPr sz="4500" b="1" spc="-50" dirty="0">
                <a:solidFill>
                  <a:srgbClr val="E8F1F6"/>
                </a:solidFill>
                <a:latin typeface="Trebuchet MS"/>
                <a:cs typeface="Trebuchet MS"/>
              </a:rPr>
              <a:t>: </a:t>
            </a:r>
            <a:endParaRPr lang="en-IN" sz="4500" b="1" spc="-50" dirty="0">
              <a:solidFill>
                <a:srgbClr val="E8F1F6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ts val="12450"/>
              </a:lnSpc>
              <a:spcBef>
                <a:spcPts val="1390"/>
              </a:spcBef>
            </a:pPr>
            <a:r>
              <a:rPr lang="en-IN" sz="4000" b="1" spc="-50" dirty="0">
                <a:solidFill>
                  <a:srgbClr val="E8F1F6"/>
                </a:solidFill>
                <a:latin typeface="Trebuchet MS"/>
                <a:cs typeface="Trebuchet MS"/>
              </a:rPr>
              <a:t>PROBLEM STATEMENT TITLE</a:t>
            </a:r>
            <a:r>
              <a:rPr sz="4500" b="1" spc="-10" dirty="0">
                <a:solidFill>
                  <a:srgbClr val="E8F1F6"/>
                </a:solidFill>
                <a:latin typeface="Trebuchet MS"/>
                <a:cs typeface="Trebuchet MS"/>
              </a:rPr>
              <a:t>:</a:t>
            </a:r>
            <a:r>
              <a:rPr lang="en-IN" sz="4500" b="1" spc="-10" dirty="0">
                <a:solidFill>
                  <a:srgbClr val="E8F1F6"/>
                </a:solidFill>
                <a:latin typeface="Trebuchet MS"/>
                <a:cs typeface="Trebuchet MS"/>
              </a:rPr>
              <a:t> </a:t>
            </a:r>
            <a:endParaRPr sz="45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68" y="222914"/>
            <a:ext cx="1419224" cy="1390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376" y="541919"/>
            <a:ext cx="3095624" cy="6000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82428" y="1747032"/>
            <a:ext cx="37255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E8F1F6"/>
                </a:solidFill>
              </a:rPr>
              <a:t>TEAM</a:t>
            </a:r>
            <a:r>
              <a:rPr spc="-320" dirty="0">
                <a:solidFill>
                  <a:srgbClr val="E8F1F6"/>
                </a:solidFill>
              </a:rPr>
              <a:t> </a:t>
            </a:r>
            <a:r>
              <a:rPr spc="-70" dirty="0">
                <a:solidFill>
                  <a:srgbClr val="E8F1F6"/>
                </a:solidFill>
              </a:rPr>
              <a:t>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PROBLEM</a:t>
            </a:r>
            <a:r>
              <a:rPr spc="-55" dirty="0"/>
              <a:t> </a:t>
            </a:r>
            <a:r>
              <a:rPr spc="-13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68" y="222914"/>
            <a:ext cx="1419224" cy="1390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376" y="541919"/>
            <a:ext cx="3095624" cy="6000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68" y="222914"/>
            <a:ext cx="1419224" cy="1390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376" y="541919"/>
            <a:ext cx="3095624" cy="6000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PROPOSED</a:t>
            </a:r>
            <a:r>
              <a:rPr spc="-45" dirty="0"/>
              <a:t> </a:t>
            </a:r>
            <a:r>
              <a:rPr spc="105" dirty="0"/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68" y="222914"/>
            <a:ext cx="1419224" cy="1390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376" y="541919"/>
            <a:ext cx="3095624" cy="6000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709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68" y="222914"/>
            <a:ext cx="1419224" cy="1390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376" y="541919"/>
            <a:ext cx="3095624" cy="6000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397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TECH</a:t>
            </a:r>
            <a:r>
              <a:rPr spc="-125" dirty="0"/>
              <a:t> </a:t>
            </a:r>
            <a:r>
              <a:rPr spc="-20" dirty="0"/>
              <a:t>ST</a:t>
            </a:r>
            <a:r>
              <a:rPr lang="en-IN" spc="-20" dirty="0"/>
              <a:t>A</a:t>
            </a:r>
            <a:r>
              <a:rPr spc="-20" dirty="0"/>
              <a:t>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68" y="222914"/>
            <a:ext cx="1419224" cy="1390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376" y="541919"/>
            <a:ext cx="3095624" cy="6000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97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NOVELTY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1168" y="222914"/>
            <a:ext cx="1419224" cy="1390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376" y="541919"/>
            <a:ext cx="3095624" cy="6000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38801" y="1915460"/>
            <a:ext cx="68580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IMP</a:t>
            </a:r>
            <a:r>
              <a:rPr lang="en-IN" spc="50" dirty="0"/>
              <a:t>A</a:t>
            </a:r>
            <a:r>
              <a:rPr spc="50" dirty="0"/>
              <a:t>CTS</a:t>
            </a:r>
            <a:r>
              <a:rPr spc="-70" dirty="0"/>
              <a:t> </a:t>
            </a:r>
            <a:r>
              <a:rPr lang="en-IN" spc="305" dirty="0"/>
              <a:t>A</a:t>
            </a:r>
            <a:r>
              <a:rPr spc="305" dirty="0"/>
              <a:t>ND</a:t>
            </a:r>
            <a:r>
              <a:rPr spc="-65" dirty="0"/>
              <a:t> </a:t>
            </a:r>
            <a:r>
              <a:rPr spc="-85" dirty="0"/>
              <a:t>BENEFITS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30</Words>
  <Application>Microsoft Office PowerPoint</Application>
  <PresentationFormat>Custom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Trebuchet MS</vt:lpstr>
      <vt:lpstr>Office Theme</vt:lpstr>
      <vt:lpstr>TEAM DETAILS</vt:lpstr>
      <vt:lpstr>PROBLEM STATEMENT</vt:lpstr>
      <vt:lpstr>PROPOSED SOLUTION</vt:lpstr>
      <vt:lpstr>ARCHITECTURE</vt:lpstr>
      <vt:lpstr>TECH STACK</vt:lpstr>
      <vt:lpstr>NOVELTY</vt:lpstr>
      <vt:lpstr>IMPACTS AND 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ANISHA G</dc:creator>
  <cp:keywords>DAG972RZfzc,BAFE6cfJgvA,0</cp:keywords>
  <cp:lastModifiedBy>bhavishyavasantha@outlook.com</cp:lastModifiedBy>
  <cp:revision>1</cp:revision>
  <dcterms:created xsi:type="dcterms:W3CDTF">2026-01-13T12:35:30Z</dcterms:created>
  <dcterms:modified xsi:type="dcterms:W3CDTF">2026-01-13T12:42:33Z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2026-01-13T00:00:00Z</vt:filetime>
  </property>
  <property fmtid="{D5CDD505-2E9C-101B-9397-08002B2CF9AE}" pid="5" name="Producer">
    <vt:lpwstr>Canva</vt:lpwstr>
  </property>
</Properties>
</file>